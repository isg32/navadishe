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b3e906064a594d16c4943e5682523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2a774176479cf778e12adfa07d248b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3dd22118dc57d1ad90cdd7b6b6666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1e744de130304e244a2b23a78d42fb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1c56af9409314eb304c172f7bc965a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1eccbc4c43cfd5e80b0bdee62fb5cb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ac49cd238ebc88915be4ff31b7bae1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b9c798bf6c3d492c76dbefcdb0b97b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7e54a74a0e5c19c93764de3dbc9ecf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408a09a6ab9ffe49fdf7af1aec2cc9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e592fafc40463126259ffe12e489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2026-06-30T10:43:39Z</dcterms:created>
  <dcterms:modified xsi:type="dcterms:W3CDTF">2026-06-30T10:43:39Z</dcterms:modified>
</cp:coreProperties>
</file>